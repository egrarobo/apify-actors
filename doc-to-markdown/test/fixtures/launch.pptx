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welcome everyone and introduce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December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 Launch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Q4 2026 go-to-market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October: beta testing</a:t>
            </a:r>
          </a:p>
          <a:p>
            <a:r>
              <a:t>November: public launch</a:t>
            </a:r>
          </a:p>
          <a:p>
            <a:r>
              <a:t>December: first 1,000 customers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$5,000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$3,000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